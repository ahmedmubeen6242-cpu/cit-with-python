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erthold Block" charset="1" panose="02000506040000020004"/>
      <p:regular r:id="rId12"/>
    </p:embeddedFont>
    <p:embeddedFont>
      <p:font typeface="Barlow Medium" charset="1" panose="00000600000000000000"/>
      <p:regular r:id="rId13"/>
    </p:embeddedFont>
    <p:embeddedFont>
      <p:font typeface="Barlow Semi-Bold" charset="1" panose="00000700000000000000"/>
      <p:regular r:id="rId14"/>
    </p:embeddedFont>
    <p:embeddedFont>
      <p:font typeface="Barlow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instagram.com/invites/contact/?utm_source=ig_contact_invite&amp;utm_medium=copy_link&amp;utm_content=t5rlw2b" TargetMode="External" Type="http://schemas.openxmlformats.org/officeDocument/2006/relationships/hyperlink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115300" cy="6600360"/>
            <a:chOff x="0" y="0"/>
            <a:chExt cx="10820400" cy="880048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76225"/>
              <a:ext cx="10820400" cy="7404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175"/>
                </a:lnSpc>
              </a:pPr>
              <a:r>
                <a:rPr lang="en-US" sz="14175">
                  <a:solidFill>
                    <a:srgbClr val="000000"/>
                  </a:solidFill>
                  <a:latin typeface="Berthold Block"/>
                  <a:ea typeface="Berthold Block"/>
                  <a:cs typeface="Berthold Block"/>
                  <a:sym typeface="Berthold Block"/>
                </a:rPr>
                <a:t>I AM</a:t>
              </a:r>
            </a:p>
            <a:p>
              <a:pPr algn="l" marL="0" indent="0" lvl="0">
                <a:lnSpc>
                  <a:spcPts val="14175"/>
                </a:lnSpc>
              </a:pPr>
              <a:r>
                <a:rPr lang="en-US" sz="14175">
                  <a:solidFill>
                    <a:srgbClr val="000000"/>
                  </a:solidFill>
                  <a:latin typeface="Berthold Block"/>
                  <a:ea typeface="Berthold Block"/>
                  <a:cs typeface="Berthold Block"/>
                  <a:sym typeface="Berthold Block"/>
                </a:rPr>
                <a:t>MUHAMMAD AHMED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027940"/>
              <a:ext cx="10820400" cy="772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45"/>
                </a:lnSpc>
              </a:pPr>
              <a:r>
                <a:rPr lang="en-US" b="true" sz="3532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 glimpse into my journey and aspirations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228389" y="-3996318"/>
            <a:ext cx="14283812" cy="17854765"/>
          </a:xfrm>
          <a:custGeom>
            <a:avLst/>
            <a:gdLst/>
            <a:ahLst/>
            <a:cxnLst/>
            <a:rect r="r" b="b" t="t" l="l"/>
            <a:pathLst>
              <a:path h="17854765" w="14283812">
                <a:moveTo>
                  <a:pt x="0" y="0"/>
                </a:moveTo>
                <a:lnTo>
                  <a:pt x="14283812" y="0"/>
                </a:lnTo>
                <a:lnTo>
                  <a:pt x="14283812" y="17854764"/>
                </a:lnTo>
                <a:lnTo>
                  <a:pt x="0" y="17854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852" t="-37197" r="-40207" b="-39623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7259300" y="0"/>
            <a:ext cx="1028700" cy="10287000"/>
          </a:xfrm>
          <a:prstGeom prst="rect">
            <a:avLst/>
          </a:prstGeom>
          <a:solidFill>
            <a:srgbClr val="6DE17B"/>
          </a:solidFill>
        </p:spPr>
      </p:sp>
      <p:sp>
        <p:nvSpPr>
          <p:cNvPr name="AutoShape 4" id="4"/>
          <p:cNvSpPr/>
          <p:nvPr/>
        </p:nvSpPr>
        <p:spPr>
          <a:xfrm flipH="true">
            <a:off x="17778412" y="1028700"/>
            <a:ext cx="0" cy="8229600"/>
          </a:xfrm>
          <a:prstGeom prst="line">
            <a:avLst/>
          </a:prstGeom>
          <a:ln cap="flat" w="9525">
            <a:solidFill>
              <a:srgbClr val="F2F2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40341" y="4808584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0341" y="6934236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15431" y="4808584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15431" y="6934236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78147">
            <a:off x="11045045" y="-676571"/>
            <a:ext cx="3398281" cy="3058453"/>
          </a:xfrm>
          <a:custGeom>
            <a:avLst/>
            <a:gdLst/>
            <a:ahLst/>
            <a:cxnLst/>
            <a:rect r="r" b="b" t="t" l="l"/>
            <a:pathLst>
              <a:path h="3058453" w="3398281">
                <a:moveTo>
                  <a:pt x="0" y="0"/>
                </a:moveTo>
                <a:lnTo>
                  <a:pt x="3398281" y="0"/>
                </a:lnTo>
                <a:lnTo>
                  <a:pt x="3398281" y="3058453"/>
                </a:lnTo>
                <a:lnTo>
                  <a:pt x="0" y="305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607907"/>
            <a:ext cx="8371415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39"/>
              </a:lnSpc>
              <a:spcBef>
                <a:spcPct val="0"/>
              </a:spcBef>
            </a:pPr>
            <a:r>
              <a:rPr lang="en-US" sz="8199" u="none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PERSONALITY &amp; INTERESTS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5959" y="4854568"/>
            <a:ext cx="476627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I am </a:t>
            </a:r>
            <a:r>
              <a:rPr lang="en-US" b="true" sz="3300" u="non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curious and open-minded</a:t>
            </a:r>
            <a:r>
              <a:rPr lang="en-US" b="true" sz="3300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, eager to learn.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5959" y="6702418"/>
            <a:ext cx="476627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My hobbies include music and experience new things.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61049" y="4606918"/>
            <a:ext cx="476627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fitness enthusiast - passionate about fitness and an active lifestyle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61049" y="6950068"/>
            <a:ext cx="476627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Continuous growth is my </a:t>
            </a:r>
            <a:r>
              <a:rPr lang="en-US" b="true" sz="3300" u="non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driving passion and goal</a:t>
            </a:r>
            <a:r>
              <a:rPr lang="en-US" b="true" sz="3300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037840" y="751693"/>
            <a:ext cx="1410683" cy="554014"/>
          </a:xfrm>
          <a:custGeom>
            <a:avLst/>
            <a:gdLst/>
            <a:ahLst/>
            <a:cxnLst/>
            <a:rect r="r" b="b" t="t" l="l"/>
            <a:pathLst>
              <a:path h="554014" w="1410683">
                <a:moveTo>
                  <a:pt x="0" y="0"/>
                </a:moveTo>
                <a:lnTo>
                  <a:pt x="1410683" y="0"/>
                </a:lnTo>
                <a:lnTo>
                  <a:pt x="1410683" y="554014"/>
                </a:lnTo>
                <a:lnTo>
                  <a:pt x="0" y="554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3836915" y="2463149"/>
            <a:ext cx="1812532" cy="2334643"/>
          </a:xfrm>
          <a:custGeom>
            <a:avLst/>
            <a:gdLst/>
            <a:ahLst/>
            <a:cxnLst/>
            <a:rect r="r" b="b" t="t" l="l"/>
            <a:pathLst>
              <a:path h="2334643" w="1812532">
                <a:moveTo>
                  <a:pt x="0" y="0"/>
                </a:moveTo>
                <a:lnTo>
                  <a:pt x="1812532" y="0"/>
                </a:lnTo>
                <a:lnTo>
                  <a:pt x="1812532" y="2334643"/>
                </a:lnTo>
                <a:lnTo>
                  <a:pt x="0" y="2334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048000" y="-2646310"/>
            <a:ext cx="12192000" cy="18288000"/>
          </a:xfrm>
          <a:custGeom>
            <a:avLst/>
            <a:gdLst/>
            <a:ahLst/>
            <a:cxnLst/>
            <a:rect r="r" b="b" t="t" l="l"/>
            <a:pathLst>
              <a:path h="18288000" w="12192000">
                <a:moveTo>
                  <a:pt x="0" y="0"/>
                </a:moveTo>
                <a:lnTo>
                  <a:pt x="12192000" y="0"/>
                </a:lnTo>
                <a:lnTo>
                  <a:pt x="12192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89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5400000">
            <a:off x="8629650" y="628650"/>
            <a:ext cx="1028700" cy="18288000"/>
          </a:xfrm>
          <a:prstGeom prst="rect">
            <a:avLst/>
          </a:prstGeom>
          <a:solidFill>
            <a:srgbClr val="6DE17B"/>
          </a:solidFill>
        </p:spPr>
      </p:sp>
      <p:sp>
        <p:nvSpPr>
          <p:cNvPr name="AutoShape 4" id="4"/>
          <p:cNvSpPr/>
          <p:nvPr/>
        </p:nvSpPr>
        <p:spPr>
          <a:xfrm>
            <a:off x="1028700" y="9764651"/>
            <a:ext cx="16230600" cy="0"/>
          </a:xfrm>
          <a:prstGeom prst="line">
            <a:avLst/>
          </a:prstGeom>
          <a:ln cap="flat" w="9525">
            <a:solidFill>
              <a:srgbClr val="0328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-37130" y="2740059"/>
            <a:ext cx="1812532" cy="2334643"/>
          </a:xfrm>
          <a:custGeom>
            <a:avLst/>
            <a:gdLst/>
            <a:ahLst/>
            <a:cxnLst/>
            <a:rect r="r" b="b" t="t" l="l"/>
            <a:pathLst>
              <a:path h="2334643" w="1812532">
                <a:moveTo>
                  <a:pt x="0" y="0"/>
                </a:moveTo>
                <a:lnTo>
                  <a:pt x="1812531" y="0"/>
                </a:lnTo>
                <a:lnTo>
                  <a:pt x="1812531" y="2334643"/>
                </a:lnTo>
                <a:lnTo>
                  <a:pt x="0" y="2334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3868">
            <a:off x="16294496" y="4907100"/>
            <a:ext cx="2517057" cy="2073140"/>
          </a:xfrm>
          <a:custGeom>
            <a:avLst/>
            <a:gdLst/>
            <a:ahLst/>
            <a:cxnLst/>
            <a:rect r="r" b="b" t="t" l="l"/>
            <a:pathLst>
              <a:path h="2073140" w="2517057">
                <a:moveTo>
                  <a:pt x="0" y="0"/>
                </a:moveTo>
                <a:lnTo>
                  <a:pt x="2517058" y="0"/>
                </a:lnTo>
                <a:lnTo>
                  <a:pt x="2517058" y="2073140"/>
                </a:lnTo>
                <a:lnTo>
                  <a:pt x="0" y="2073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2903" y="5393858"/>
            <a:ext cx="544058" cy="815345"/>
          </a:xfrm>
          <a:custGeom>
            <a:avLst/>
            <a:gdLst/>
            <a:ahLst/>
            <a:cxnLst/>
            <a:rect r="r" b="b" t="t" l="l"/>
            <a:pathLst>
              <a:path h="815345" w="544058">
                <a:moveTo>
                  <a:pt x="0" y="0"/>
                </a:moveTo>
                <a:lnTo>
                  <a:pt x="544058" y="0"/>
                </a:lnTo>
                <a:lnTo>
                  <a:pt x="544058" y="815345"/>
                </a:lnTo>
                <a:lnTo>
                  <a:pt x="0" y="815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06140" y="4077797"/>
            <a:ext cx="544058" cy="815345"/>
          </a:xfrm>
          <a:custGeom>
            <a:avLst/>
            <a:gdLst/>
            <a:ahLst/>
            <a:cxnLst/>
            <a:rect r="r" b="b" t="t" l="l"/>
            <a:pathLst>
              <a:path h="815345" w="544058">
                <a:moveTo>
                  <a:pt x="0" y="0"/>
                </a:moveTo>
                <a:lnTo>
                  <a:pt x="544058" y="0"/>
                </a:lnTo>
                <a:lnTo>
                  <a:pt x="544058" y="815345"/>
                </a:lnTo>
                <a:lnTo>
                  <a:pt x="0" y="815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3954"/>
            <a:ext cx="16230600" cy="1981907"/>
            <a:chOff x="0" y="0"/>
            <a:chExt cx="21640800" cy="264254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124383"/>
              <a:ext cx="21640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"Achieved strong academic results with hands-on learning through internships and projects.”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21640800" cy="1647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716"/>
                </a:lnSpc>
                <a:spcBef>
                  <a:spcPct val="0"/>
                </a:spcBef>
              </a:pPr>
              <a:r>
                <a:rPr lang="en-US" sz="8097">
                  <a:solidFill>
                    <a:srgbClr val="000000"/>
                  </a:solidFill>
                  <a:latin typeface="Berthold Block"/>
                  <a:ea typeface="Berthold Block"/>
                  <a:cs typeface="Berthold Block"/>
                  <a:sym typeface="Berthold Block"/>
                </a:rPr>
                <a:t>ACHIEVEMENTS &amp; SKILLS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19506" y="4939956"/>
            <a:ext cx="15430692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Growing knowledge of AI applications in data analysis and automation.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Achieved strong academic results with hands-on learning through internships and projects.”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Practical exposure through internships, projects, and case studies.</a:t>
            </a:r>
          </a:p>
        </p:txBody>
      </p:sp>
    </p:spTree>
  </p:cSld>
  <p:clrMapOvr>
    <a:masterClrMapping/>
  </p:clrMapOvr>
  <p:transition spd="fast">
    <p:cover dir="l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646310" y="-4000500"/>
            <a:ext cx="12995380" cy="18288000"/>
          </a:xfrm>
          <a:custGeom>
            <a:avLst/>
            <a:gdLst/>
            <a:ahLst/>
            <a:cxnLst/>
            <a:rect r="r" b="b" t="t" l="l"/>
            <a:pathLst>
              <a:path h="18288000" w="1299538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3365211" cy="37858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65211" cy="3785862"/>
            </a:xfrm>
            <a:custGeom>
              <a:avLst/>
              <a:gdLst/>
              <a:ahLst/>
              <a:cxnLst/>
              <a:rect r="r" b="b" t="t" l="l"/>
              <a:pathLst>
                <a:path h="3785862" w="3365211">
                  <a:moveTo>
                    <a:pt x="0" y="0"/>
                  </a:moveTo>
                  <a:lnTo>
                    <a:pt x="3365211" y="0"/>
                  </a:lnTo>
                  <a:lnTo>
                    <a:pt x="3365211" y="3785862"/>
                  </a:lnTo>
                  <a:lnTo>
                    <a:pt x="0" y="3785862"/>
                  </a:lnTo>
                  <a:close/>
                </a:path>
              </a:pathLst>
            </a:custGeom>
            <a:solidFill>
              <a:srgbClr val="032859"/>
            </a:solidFill>
          </p:spPr>
        </p:sp>
      </p:grpSp>
      <p:sp>
        <p:nvSpPr>
          <p:cNvPr name="AutoShape 5" id="5"/>
          <p:cNvSpPr/>
          <p:nvPr/>
        </p:nvSpPr>
        <p:spPr>
          <a:xfrm rot="5400000">
            <a:off x="8629650" y="628650"/>
            <a:ext cx="1028700" cy="18288000"/>
          </a:xfrm>
          <a:prstGeom prst="rect">
            <a:avLst/>
          </a:prstGeom>
          <a:solidFill>
            <a:srgbClr val="6DE17B"/>
          </a:solidFill>
        </p:spPr>
      </p:sp>
      <p:sp>
        <p:nvSpPr>
          <p:cNvPr name="AutoShape 6" id="6"/>
          <p:cNvSpPr/>
          <p:nvPr/>
        </p:nvSpPr>
        <p:spPr>
          <a:xfrm>
            <a:off x="1028700" y="9764651"/>
            <a:ext cx="16230600" cy="0"/>
          </a:xfrm>
          <a:prstGeom prst="line">
            <a:avLst/>
          </a:prstGeom>
          <a:ln cap="flat" w="9525">
            <a:solidFill>
              <a:srgbClr val="0328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607907"/>
            <a:ext cx="70866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39"/>
              </a:lnSpc>
              <a:spcBef>
                <a:spcPct val="0"/>
              </a:spcBef>
            </a:pPr>
            <a:r>
              <a:rPr lang="en-US" sz="8199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WEAKNESSES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72700" y="1607907"/>
            <a:ext cx="70866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39"/>
              </a:lnSpc>
              <a:spcBef>
                <a:spcPct val="0"/>
              </a:spcBef>
            </a:pPr>
            <a:r>
              <a:rPr lang="en-US" sz="8199">
                <a:solidFill>
                  <a:srgbClr val="FFFFFF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STRENGTHS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5182687"/>
            <a:ext cx="7086600" cy="2648105"/>
            <a:chOff x="0" y="0"/>
            <a:chExt cx="9448800" cy="353080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9448800" cy="77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95"/>
                </a:lnSpc>
              </a:pPr>
              <a:r>
                <a:rPr lang="en-US" b="true" sz="1842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Perfectionism – Sometimes spend extra time on details, but improving time management to balance quality with efficiency.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68257"/>
              <a:ext cx="9448800" cy="77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95"/>
                </a:lnSpc>
              </a:pPr>
              <a:r>
                <a:rPr lang="en-US" b="true" sz="1842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Delegation – Prefer doing tasks myself, but learning to trust team members more effectively.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755564"/>
              <a:ext cx="9448800" cy="77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95"/>
                </a:lnSpc>
              </a:pPr>
              <a:r>
                <a:rPr lang="en-US" b="true" sz="1842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Overcommitting – Occasionally take on too much, but improving by setting clearer priorities.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72700" y="5182687"/>
            <a:ext cx="7086600" cy="2648105"/>
            <a:chOff x="0" y="0"/>
            <a:chExt cx="9448800" cy="353080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9448800" cy="77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95"/>
                </a:lnSpc>
                <a:spcBef>
                  <a:spcPct val="0"/>
                </a:spcBef>
              </a:pPr>
              <a:r>
                <a:rPr lang="en-US" b="true" sz="1842" strike="noStrike" u="none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Emotional strength - Staying calm, empathetic, and in control of emotions.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68257"/>
              <a:ext cx="9448800" cy="77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95"/>
                </a:lnSpc>
                <a:spcBef>
                  <a:spcPct val="0"/>
                </a:spcBef>
              </a:pPr>
              <a:r>
                <a:rPr lang="en-US" b="true" sz="1842" strike="noStrike" u="none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Analytical Thinking – Skilled at evaluating problems and making sound decisions.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755564"/>
              <a:ext cx="9448800" cy="775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395"/>
                </a:lnSpc>
                <a:spcBef>
                  <a:spcPct val="0"/>
                </a:spcBef>
              </a:pPr>
              <a:r>
                <a:rPr lang="en-US" b="true" sz="1842" strike="noStrike" u="none">
                  <a:solidFill>
                    <a:srgbClr val="FFFFFF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Decision Making Strength – Confidence in making sound and timely choices.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84493" y="6880580"/>
            <a:ext cx="979516" cy="2459973"/>
          </a:xfrm>
          <a:custGeom>
            <a:avLst/>
            <a:gdLst/>
            <a:ahLst/>
            <a:cxnLst/>
            <a:rect r="r" b="b" t="t" l="l"/>
            <a:pathLst>
              <a:path h="2459973" w="979516">
                <a:moveTo>
                  <a:pt x="0" y="0"/>
                </a:moveTo>
                <a:lnTo>
                  <a:pt x="979516" y="0"/>
                </a:lnTo>
                <a:lnTo>
                  <a:pt x="979516" y="2459972"/>
                </a:lnTo>
                <a:lnTo>
                  <a:pt x="0" y="245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7223991" y="-136779"/>
            <a:ext cx="979516" cy="2459973"/>
          </a:xfrm>
          <a:custGeom>
            <a:avLst/>
            <a:gdLst/>
            <a:ahLst/>
            <a:cxnLst/>
            <a:rect r="r" b="b" t="t" l="l"/>
            <a:pathLst>
              <a:path h="2459973" w="979516">
                <a:moveTo>
                  <a:pt x="0" y="0"/>
                </a:moveTo>
                <a:lnTo>
                  <a:pt x="979516" y="0"/>
                </a:lnTo>
                <a:lnTo>
                  <a:pt x="979516" y="2459972"/>
                </a:lnTo>
                <a:lnTo>
                  <a:pt x="0" y="2459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402601" y="-563873"/>
            <a:ext cx="1812532" cy="2334643"/>
          </a:xfrm>
          <a:custGeom>
            <a:avLst/>
            <a:gdLst/>
            <a:ahLst/>
            <a:cxnLst/>
            <a:rect r="r" b="b" t="t" l="l"/>
            <a:pathLst>
              <a:path h="2334643" w="1812532">
                <a:moveTo>
                  <a:pt x="0" y="0"/>
                </a:moveTo>
                <a:lnTo>
                  <a:pt x="1812531" y="0"/>
                </a:lnTo>
                <a:lnTo>
                  <a:pt x="1812531" y="2334643"/>
                </a:lnTo>
                <a:lnTo>
                  <a:pt x="0" y="2334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6777755" y="4106930"/>
            <a:ext cx="2517057" cy="2073140"/>
          </a:xfrm>
          <a:custGeom>
            <a:avLst/>
            <a:gdLst/>
            <a:ahLst/>
            <a:cxnLst/>
            <a:rect r="r" b="b" t="t" l="l"/>
            <a:pathLst>
              <a:path h="2073140" w="2517057">
                <a:moveTo>
                  <a:pt x="0" y="0"/>
                </a:moveTo>
                <a:lnTo>
                  <a:pt x="2517058" y="0"/>
                </a:lnTo>
                <a:lnTo>
                  <a:pt x="2517058" y="2073140"/>
                </a:lnTo>
                <a:lnTo>
                  <a:pt x="0" y="2073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646310" y="-4000500"/>
            <a:ext cx="12995380" cy="18288000"/>
          </a:xfrm>
          <a:custGeom>
            <a:avLst/>
            <a:gdLst/>
            <a:ahLst/>
            <a:cxnLst/>
            <a:rect r="r" b="b" t="t" l="l"/>
            <a:pathLst>
              <a:path h="18288000" w="1299538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7259300" y="0"/>
            <a:ext cx="1028700" cy="10287000"/>
          </a:xfrm>
          <a:prstGeom prst="rect">
            <a:avLst/>
          </a:prstGeom>
          <a:solidFill>
            <a:srgbClr val="032859"/>
          </a:solidFill>
        </p:spPr>
      </p:sp>
      <p:sp>
        <p:nvSpPr>
          <p:cNvPr name="AutoShape 4" id="4"/>
          <p:cNvSpPr/>
          <p:nvPr/>
        </p:nvSpPr>
        <p:spPr>
          <a:xfrm flipH="true">
            <a:off x="17778412" y="1028700"/>
            <a:ext cx="0" cy="8229600"/>
          </a:xfrm>
          <a:prstGeom prst="line">
            <a:avLst/>
          </a:prstGeom>
          <a:ln cap="flat" w="9525">
            <a:solidFill>
              <a:srgbClr val="F2F2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40341" y="4808584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0341" y="6934236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15431" y="4808584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15431" y="6934236"/>
            <a:ext cx="969368" cy="1041313"/>
          </a:xfrm>
          <a:custGeom>
            <a:avLst/>
            <a:gdLst/>
            <a:ahLst/>
            <a:cxnLst/>
            <a:rect r="r" b="b" t="t" l="l"/>
            <a:pathLst>
              <a:path h="1041313" w="969368">
                <a:moveTo>
                  <a:pt x="0" y="0"/>
                </a:moveTo>
                <a:lnTo>
                  <a:pt x="969368" y="0"/>
                </a:lnTo>
                <a:lnTo>
                  <a:pt x="969368" y="1041313"/>
                </a:lnTo>
                <a:lnTo>
                  <a:pt x="0" y="1041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78147">
            <a:off x="11045045" y="-676571"/>
            <a:ext cx="3398281" cy="3058453"/>
          </a:xfrm>
          <a:custGeom>
            <a:avLst/>
            <a:gdLst/>
            <a:ahLst/>
            <a:cxnLst/>
            <a:rect r="r" b="b" t="t" l="l"/>
            <a:pathLst>
              <a:path h="3058453" w="3398281">
                <a:moveTo>
                  <a:pt x="0" y="0"/>
                </a:moveTo>
                <a:lnTo>
                  <a:pt x="3398281" y="0"/>
                </a:lnTo>
                <a:lnTo>
                  <a:pt x="3398281" y="3058453"/>
                </a:lnTo>
                <a:lnTo>
                  <a:pt x="0" y="305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607907"/>
            <a:ext cx="83714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39"/>
              </a:lnSpc>
              <a:spcBef>
                <a:spcPct val="0"/>
              </a:spcBef>
            </a:pPr>
            <a:r>
              <a:rPr lang="en-US" sz="8199" u="none">
                <a:solidFill>
                  <a:srgbClr val="86FF9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ROLE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5959" y="4759318"/>
            <a:ext cx="476627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2625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My inspiration is "IMRAN KHAN"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2625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 VISIONARY LEADER with excellent leadership qualities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5959" y="6654793"/>
            <a:ext cx="476627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2625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Philanthropic Nature – Founder of Shaukat Khanum Cancer Hospital and other welfare projects.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61049" y="4759318"/>
            <a:ext cx="476627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2625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Visionary Leader – Focused on building a corruption-free and welfare-oriented Pakistan.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61049" y="6854818"/>
            <a:ext cx="476627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2625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Determined &amp; Resilient – Never gave up despite political challenges and setbacks.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037840" y="751693"/>
            <a:ext cx="1410683" cy="554014"/>
          </a:xfrm>
          <a:custGeom>
            <a:avLst/>
            <a:gdLst/>
            <a:ahLst/>
            <a:cxnLst/>
            <a:rect r="r" b="b" t="t" l="l"/>
            <a:pathLst>
              <a:path h="554014" w="1410683">
                <a:moveTo>
                  <a:pt x="0" y="0"/>
                </a:moveTo>
                <a:lnTo>
                  <a:pt x="1410683" y="0"/>
                </a:lnTo>
                <a:lnTo>
                  <a:pt x="1410683" y="554014"/>
                </a:lnTo>
                <a:lnTo>
                  <a:pt x="0" y="554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13836915" y="2463149"/>
            <a:ext cx="1812532" cy="2334643"/>
          </a:xfrm>
          <a:custGeom>
            <a:avLst/>
            <a:gdLst/>
            <a:ahLst/>
            <a:cxnLst/>
            <a:rect r="r" b="b" t="t" l="l"/>
            <a:pathLst>
              <a:path h="2334643" w="1812532">
                <a:moveTo>
                  <a:pt x="0" y="0"/>
                </a:moveTo>
                <a:lnTo>
                  <a:pt x="1812532" y="0"/>
                </a:lnTo>
                <a:lnTo>
                  <a:pt x="1812532" y="2334643"/>
                </a:lnTo>
                <a:lnTo>
                  <a:pt x="0" y="23346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646310" y="-4000500"/>
            <a:ext cx="12995380" cy="18288000"/>
          </a:xfrm>
          <a:custGeom>
            <a:avLst/>
            <a:gdLst/>
            <a:ahLst/>
            <a:cxnLst/>
            <a:rect r="r" b="b" t="t" l="l"/>
            <a:pathLst>
              <a:path h="18288000" w="12995380">
                <a:moveTo>
                  <a:pt x="0" y="0"/>
                </a:moveTo>
                <a:lnTo>
                  <a:pt x="12995380" y="0"/>
                </a:lnTo>
                <a:lnTo>
                  <a:pt x="1299538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7259300" y="0"/>
            <a:ext cx="1028700" cy="10287000"/>
          </a:xfrm>
          <a:prstGeom prst="rect">
            <a:avLst/>
          </a:prstGeom>
          <a:solidFill>
            <a:srgbClr val="6DE17B"/>
          </a:solidFill>
        </p:spPr>
      </p:sp>
      <p:sp>
        <p:nvSpPr>
          <p:cNvPr name="AutoShape 4" id="4"/>
          <p:cNvSpPr/>
          <p:nvPr/>
        </p:nvSpPr>
        <p:spPr>
          <a:xfrm flipH="true">
            <a:off x="17778412" y="1028700"/>
            <a:ext cx="0" cy="8229600"/>
          </a:xfrm>
          <a:prstGeom prst="line">
            <a:avLst/>
          </a:prstGeom>
          <a:ln cap="flat" w="9525">
            <a:solidFill>
              <a:srgbClr val="0328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652944" y="8028314"/>
            <a:ext cx="979516" cy="2459973"/>
          </a:xfrm>
          <a:custGeom>
            <a:avLst/>
            <a:gdLst/>
            <a:ahLst/>
            <a:cxnLst/>
            <a:rect r="r" b="b" t="t" l="l"/>
            <a:pathLst>
              <a:path h="2459973" w="979516">
                <a:moveTo>
                  <a:pt x="0" y="0"/>
                </a:moveTo>
                <a:lnTo>
                  <a:pt x="979516" y="0"/>
                </a:lnTo>
                <a:lnTo>
                  <a:pt x="979516" y="2459972"/>
                </a:lnTo>
                <a:lnTo>
                  <a:pt x="0" y="245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56679" y="2766531"/>
            <a:ext cx="979516" cy="2459973"/>
          </a:xfrm>
          <a:custGeom>
            <a:avLst/>
            <a:gdLst/>
            <a:ahLst/>
            <a:cxnLst/>
            <a:rect r="r" b="b" t="t" l="l"/>
            <a:pathLst>
              <a:path h="2459973" w="979516">
                <a:moveTo>
                  <a:pt x="0" y="0"/>
                </a:moveTo>
                <a:lnTo>
                  <a:pt x="979516" y="0"/>
                </a:lnTo>
                <a:lnTo>
                  <a:pt x="979516" y="2459972"/>
                </a:lnTo>
                <a:lnTo>
                  <a:pt x="0" y="2459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8048769" y="4534019"/>
            <a:ext cx="2938186" cy="2419997"/>
          </a:xfrm>
          <a:custGeom>
            <a:avLst/>
            <a:gdLst/>
            <a:ahLst/>
            <a:cxnLst/>
            <a:rect r="r" b="b" t="t" l="l"/>
            <a:pathLst>
              <a:path h="2419997" w="2938186">
                <a:moveTo>
                  <a:pt x="0" y="0"/>
                </a:moveTo>
                <a:lnTo>
                  <a:pt x="2938186" y="0"/>
                </a:lnTo>
                <a:lnTo>
                  <a:pt x="2938186" y="2419996"/>
                </a:lnTo>
                <a:lnTo>
                  <a:pt x="0" y="2419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12716" y="5744017"/>
            <a:ext cx="1410683" cy="554014"/>
          </a:xfrm>
          <a:custGeom>
            <a:avLst/>
            <a:gdLst/>
            <a:ahLst/>
            <a:cxnLst/>
            <a:rect r="r" b="b" t="t" l="l"/>
            <a:pathLst>
              <a:path h="554014" w="1410683">
                <a:moveTo>
                  <a:pt x="0" y="0"/>
                </a:moveTo>
                <a:lnTo>
                  <a:pt x="1410683" y="0"/>
                </a:lnTo>
                <a:lnTo>
                  <a:pt x="1410683" y="554014"/>
                </a:lnTo>
                <a:lnTo>
                  <a:pt x="0" y="554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1949"/>
            <a:ext cx="8115300" cy="20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LET'S CONNECT AND SHARE!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143500"/>
            <a:ext cx="6745677" cy="956310"/>
            <a:chOff x="0" y="0"/>
            <a:chExt cx="8994236" cy="127508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899423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05155"/>
              <a:ext cx="8994236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ahmedmubeen6242@gmail.com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760673"/>
            <a:ext cx="6745677" cy="904875"/>
            <a:chOff x="0" y="0"/>
            <a:chExt cx="8994236" cy="12065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899423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Social Media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36575"/>
              <a:ext cx="8994236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  <a:hlinkClick r:id="rId10" tooltip="https://www.instagram.com/invites/contact/?utm_source=ig_contact_invite&amp;utm_medium=copy_link&amp;utm_content=t5rlw2b"/>
                </a:rPr>
                <a:t>INSTAGRAM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8326410"/>
            <a:ext cx="6745677" cy="904875"/>
            <a:chOff x="0" y="0"/>
            <a:chExt cx="8994236" cy="12065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899423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Phone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36575"/>
              <a:ext cx="8994236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60"/>
                </a:lnSpc>
                <a:spcBef>
                  <a:spcPct val="0"/>
                </a:spcBef>
              </a:pPr>
              <a:r>
                <a:rPr lang="en-US" b="true" sz="3300" strike="noStrike" u="none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0334-1024982</a:t>
              </a:r>
            </a:p>
          </p:txBody>
        </p:sp>
      </p:grpSp>
    </p:spTree>
  </p:cSld>
  <p:clrMapOvr>
    <a:masterClrMapping/>
  </p:clrMapOvr>
  <p:transition spd="fast">
    <p:cover dir="l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Introducing Muhammad</dc:description>
  <dc:identifier>DAG0Kl1n-mw</dc:identifier>
  <dcterms:modified xsi:type="dcterms:W3CDTF">2011-08-01T06:04:30Z</dcterms:modified>
  <cp:revision>1</cp:revision>
  <dc:title>Presentation - Introducing Muhammad</dc:title>
</cp:coreProperties>
</file>